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Google Sans Flex" panose="020B0604020202020204" charset="0"/>
      <p:regular r:id="rId19"/>
      <p:bold r:id="rId20"/>
    </p:embeddedFont>
    <p:embeddedFont>
      <p:font typeface="Google Sans Flex Medium" panose="020B0604020202020204" charset="0"/>
      <p:regular r:id="rId21"/>
      <p:bold r:id="rId22"/>
    </p:embeddedFont>
    <p:embeddedFont>
      <p:font typeface="Google Sans Flex SemiBold" panose="020B060402020202020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kar kolluru" userId="8ae6461590d8259e" providerId="LiveId" clId="{37970798-9181-49CC-BD63-0CB15DE20567}"/>
    <pc:docChg chg="modSld">
      <pc:chgData name="srikar kolluru" userId="8ae6461590d8259e" providerId="LiveId" clId="{37970798-9181-49CC-BD63-0CB15DE20567}" dt="2026-10-18T08:36:42.469" v="0" actId="6549"/>
      <pc:docMkLst>
        <pc:docMk/>
      </pc:docMkLst>
      <pc:sldChg chg="modSp mod">
        <pc:chgData name="srikar kolluru" userId="8ae6461590d8259e" providerId="LiveId" clId="{37970798-9181-49CC-BD63-0CB15DE20567}" dt="2026-10-18T08:36:42.469" v="0" actId="6549"/>
        <pc:sldMkLst>
          <pc:docMk/>
          <pc:sldMk cId="0" sldId="256"/>
        </pc:sldMkLst>
        <pc:spChg chg="mod">
          <ac:chgData name="srikar kolluru" userId="8ae6461590d8259e" providerId="LiveId" clId="{37970798-9181-49CC-BD63-0CB15DE20567}" dt="2026-10-18T08:36:42.469" v="0" actId="6549"/>
          <ac:spMkLst>
            <pc:docMk/>
            <pc:sldMk cId="0" sldId="256"/>
            <ac:spMk id="5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dirty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 dirty="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 b="0" dirty="0">
                <a:solidFill>
                  <a:srgbClr val="1A1A1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Team name:</a:t>
            </a:r>
            <a:endParaRPr sz="18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 b="0" dirty="0">
                <a:solidFill>
                  <a:srgbClr val="1A1A1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600" b="0" dirty="0">
                <a:solidFill>
                  <a:srgbClr val="1A1A1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Problem Statement: BFSI — Intelligent Risk, Fraud &amp; Financial Experiences</a:t>
            </a:r>
            <a:endParaRPr sz="18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dist="19050" dir="5400000" algn="bl" rotWithShape="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65350" y="1280000"/>
            <a:ext cx="8610000" cy="3743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Google Sans Flex"/>
              </a:rPr>
              <a:t>FinProof is one desk for banking, financial services, and insurance. A handler opens a case. The same agent reads the documents, checks them against the rules, and returns Approve, Query, or Escalate with a cited reason.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Google Sans Flex"/>
              </a:rPr>
              <a:t>It drafts the staff note and a plain-language note for the customer. The handler makes the final call. Every case keeps an audit trail.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Google Sans Flex"/>
              </a:rPr>
              <a:t>Sixteen workflows share that path: KYC, loan underwriting, fraud alerts, customer questions, invoices, mortgages, financial statements, portfolio explanations, reconciliation, claims, underwriting, policy questions, claims fraud, compliance, audit, and contract review.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Google Sans Flex"/>
              </a:rPr>
              <a:t>Three cases run live in the demo: a KYC mismatch, an invoice that breaks a purchase order, and a health claim. The other workflows use the same screen and the same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65350" y="2140000"/>
            <a:ext cx="8610000" cy="2883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B3A5B"/>
                </a:solidFill>
                <a:latin typeface="Google Sans Flex"/>
              </a:rPr>
              <a:t>Opportunity. </a:t>
            </a:r>
            <a:r>
              <a:rPr sz="1200" b="0">
                <a:solidFill>
                  <a:srgbClr val="1A1A1A"/>
                </a:solidFill>
                <a:latin typeface="Google Sans Flex"/>
              </a:rPr>
              <a:t>Banks, finance teams, and insurers each keep a separate review desk. The work is the same: read documents, apply a rule, and explain the result. Customers wait, and mismatches get missed.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B3A5B"/>
                </a:solidFill>
                <a:latin typeface="Google Sans Flex"/>
              </a:rPr>
              <a:t>How it is different. </a:t>
            </a:r>
            <a:r>
              <a:rPr sz="1200" b="0">
                <a:solidFill>
                  <a:srgbClr val="1A1A1A"/>
                </a:solidFill>
                <a:latin typeface="Google Sans Flex"/>
              </a:rPr>
              <a:t>One inbox covers all sixteen jobs. Fraud and errors show up as contradictions between documents, with the rule cited. A bare score is never the answer.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B3A5B"/>
                </a:solidFill>
                <a:latin typeface="Google Sans Flex"/>
              </a:rPr>
              <a:t>How it solves the problem. </a:t>
            </a:r>
            <a:r>
              <a:rPr sz="1200" b="0">
                <a:solidFill>
                  <a:srgbClr val="1A1A1A"/>
                </a:solidFill>
                <a:latin typeface="Google Sans Flex"/>
              </a:rPr>
              <a:t>The handler picks the case type. Document AI extracts. Vertex AI Search retrieves the rule. Gemini cross-checks and drafts. BigQuery shows how similar cases were resolved.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B3A5B"/>
                </a:solidFill>
                <a:latin typeface="Google Sans Flex"/>
              </a:rPr>
              <a:t>USP. </a:t>
            </a:r>
            <a:r>
              <a:rPr sz="1200" b="0">
                <a:solidFill>
                  <a:srgbClr val="1A1A1A"/>
                </a:solidFill>
                <a:latin typeface="Google Sans Flex"/>
              </a:rPr>
              <a:t>Banking, financial services, and insurance in one application, on one Google Cloud pipeline, with a human decision and an audit trail on every case.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65350" y="1280000"/>
            <a:ext cx="8610000" cy="3743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B3A5B"/>
                </a:solidFill>
                <a:latin typeface="Google Sans Flex"/>
              </a:rPr>
              <a:t>Banking. </a:t>
            </a:r>
            <a:r>
              <a:rPr sz="1300" b="0">
                <a:solidFill>
                  <a:srgbClr val="1A1A1A"/>
                </a:solidFill>
                <a:latin typeface="Google Sans Flex"/>
              </a:rPr>
              <a:t>KYC cross-check, loan credit memo, fraud-alert explanation, and customer answers grounded in bank policy.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0B3A5B"/>
                </a:solidFill>
                <a:latin typeface="Google Sans Flex"/>
              </a:rPr>
              <a:t>Financial services. </a:t>
            </a:r>
            <a:r>
              <a:rPr sz="1300" b="0">
                <a:solidFill>
                  <a:srgbClr val="1A1A1A"/>
                </a:solidFill>
                <a:latin typeface="Google Sans Flex"/>
              </a:rPr>
              <a:t>Invoice match, mortgage and foreclosure checks, statement summary, portfolio explanation, and reconciliation breaks.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0B3A5B"/>
                </a:solidFill>
                <a:latin typeface="Google Sans Flex"/>
              </a:rPr>
              <a:t>Insurance. </a:t>
            </a:r>
            <a:r>
              <a:rPr sz="1300" b="0">
                <a:solidFill>
                  <a:srgbClr val="1A1A1A"/>
                </a:solidFill>
                <a:latin typeface="Google Sans Flex"/>
              </a:rPr>
              <a:t>Claims recommendation, underwriting risk tier, policy explainer, and claims-fraud inconsistencies across documents.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0B3A5B"/>
                </a:solidFill>
                <a:latin typeface="Google Sans Flex"/>
              </a:rPr>
              <a:t>Cross-cutting. </a:t>
            </a:r>
            <a:r>
              <a:rPr sz="1300" b="0">
                <a:solidFill>
                  <a:srgbClr val="1A1A1A"/>
                </a:solidFill>
                <a:latin typeface="Google Sans Flex"/>
              </a:rPr>
              <a:t>Compliance rule map, audit sampling, and contract clause extraction. These run on every case as the cited rule and the audit trail.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Google Sans Flex"/>
              </a:rPr>
              <a:t>Each workflow returns Approve, Query, or Escalate, a staff note, and a customer note. The handler stays in charge.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265350" y="1280000"/>
            <a:ext cx="8610000" cy="3743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Google Sans Flex"/>
              </a:rPr>
              <a:t>The handler opens one queue on Cloud Run and picks Banking, Financial services, or Insurance. Pub/Sub starts the job.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Google Sans Flex"/>
              </a:rPr>
              <a:t>1. Document AI extracts the packet for that case type.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Google Sans Flex"/>
              </a:rPr>
              <a:t>2. Vertex AI Search retrieves the matching rule: KYC policy, purchase-order terms, or Aarogya Shield Plus.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Google Sans Flex"/>
              </a:rPr>
              <a:t>3. Gemini on Vertex AI cross-checks the documents and may cite only those rules.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Google Sans Flex"/>
              </a:rPr>
              <a:t>4. Vertex AI returns Approve, Query, or Escalate, with a risk level.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Google Sans Flex"/>
              </a:rPr>
              <a:t>5. BigQuery adds how similar cases were resolved.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Google Sans Flex"/>
              </a:rPr>
              <a:t>6. Cloud SQL stores the findings, both drafts, and the audit trail. The same inbox shows the result.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Google Sans Flex"/>
              </a:rPr>
              <a:t>Live demos: Priya Sharma KYC, invoice INV-204 against PO-118, and Rohan Mehta’s health claim.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265350" y="1280000"/>
            <a:ext cx="8610000" cy="3743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B3A5B"/>
                </a:solidFill>
                <a:latin typeface="Google Sans Flex"/>
              </a:rPr>
              <a:t>1. Inbox. </a:t>
            </a:r>
            <a:r>
              <a:rPr sz="1400" b="0">
                <a:solidFill>
                  <a:srgbClr val="1A1A1A"/>
                </a:solidFill>
                <a:latin typeface="Google Sans Flex"/>
              </a:rPr>
              <a:t>One queue. Filters for Banking, Financial services, and Insurance. Risk and status on every row.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B3A5B"/>
                </a:solidFill>
                <a:latin typeface="Google Sans Flex"/>
              </a:rPr>
              <a:t>2. Case workspace. </a:t>
            </a:r>
            <a:r>
              <a:rPr sz="1400" b="0">
                <a:solidFill>
                  <a:srgbClr val="1A1A1A"/>
                </a:solidFill>
                <a:latin typeface="Google Sans Flex"/>
              </a:rPr>
              <a:t>Documents on the left. Findings on the right, each with a quote and a rule id.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B3A5B"/>
                </a:solidFill>
                <a:latin typeface="Google Sans Flex"/>
              </a:rPr>
              <a:t>3. Decision. </a:t>
            </a:r>
            <a:r>
              <a:rPr sz="1400" b="0">
                <a:solidFill>
                  <a:srgbClr val="1A1A1A"/>
                </a:solidFill>
                <a:latin typeface="Google Sans Flex"/>
              </a:rPr>
              <a:t>Approve, Query, or Escalate, the staff note, and the customer note.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B3A5B"/>
                </a:solidFill>
                <a:latin typeface="Google Sans Flex"/>
              </a:rPr>
              <a:t>4. Audit trail. </a:t>
            </a:r>
            <a:r>
              <a:rPr sz="1400" b="0">
                <a:solidFill>
                  <a:srgbClr val="1A1A1A"/>
                </a:solidFill>
                <a:latin typeface="Google Sans Flex"/>
              </a:rPr>
              <a:t>Ingest, Extract, Cross-check, Match rules, Decide, Draft.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Google Sans Flex"/>
              </a:rPr>
              <a:t>The screen does not change when the case type changes. Only the documents and the rule set change.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265350" y="1280000"/>
            <a:ext cx="8610000" cy="3743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Google Sans Flex"/>
              </a:rPr>
              <a:t>One Cloud Run app serves every case type. There is no second product per row.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Google Sans Flex"/>
              </a:rPr>
              <a:t>Pub/Sub carries claim-submitted, KYC-submitted, and invoice-submitted events into the same pipeline.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Google Sans Flex"/>
              </a:rPr>
              <a:t>Document AI parses IDs, statements, invoices, bills, and policies into fields.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Google Sans Flex"/>
              </a:rPr>
              <a:t>Vertex AI Search holds the rule packs: bank KYC policy, purchase-order terms, and Aarogya Shield Plus.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Google Sans Flex"/>
              </a:rPr>
              <a:t>Gemini on Vertex AI cross-checks, classifies, and writes both drafts.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Google Sans Flex"/>
              </a:rPr>
              <a:t>BigQuery stores peer cases for anomaly comparison.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Google Sans Flex"/>
              </a:rPr>
              <a:t>Cloud SQL stores cases, findings, drafts, and the audit log. AlloyDB is the same schema at higher volume.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65350" y="1280000"/>
            <a:ext cx="8610000" cy="3743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Google Sans Flex"/>
              </a:rPr>
              <a:t>Every suggested Google Cloud technology is used once, for all sixteen workflows.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B3A5B"/>
                </a:solidFill>
                <a:latin typeface="Google Sans Flex"/>
              </a:rPr>
              <a:t>Gemini on Vertex AI. </a:t>
            </a:r>
            <a:r>
              <a:rPr sz="1200" b="0">
                <a:solidFill>
                  <a:srgbClr val="1A1A1A"/>
                </a:solidFill>
                <a:latin typeface="Google Sans Flex"/>
              </a:rPr>
              <a:t>Cross-check, cited reasoning, staff note, and customer note.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B3A5B"/>
                </a:solidFill>
                <a:latin typeface="Google Sans Flex"/>
              </a:rPr>
              <a:t>BigQuery. </a:t>
            </a:r>
            <a:r>
              <a:rPr sz="1200" b="0">
                <a:solidFill>
                  <a:srgbClr val="1A1A1A"/>
                </a:solidFill>
                <a:latin typeface="Google Sans Flex"/>
              </a:rPr>
              <a:t>Similar-case and amount anomaly analysis.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B3A5B"/>
                </a:solidFill>
                <a:latin typeface="Google Sans Flex"/>
              </a:rPr>
              <a:t>Vertex AI. </a:t>
            </a:r>
            <a:r>
              <a:rPr sz="1200" b="0">
                <a:solidFill>
                  <a:srgbClr val="1A1A1A"/>
                </a:solidFill>
                <a:latin typeface="Google Sans Flex"/>
              </a:rPr>
              <a:t>Approve, Query, or Escalate, with confidence.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B3A5B"/>
                </a:solidFill>
                <a:latin typeface="Google Sans Flex"/>
              </a:rPr>
              <a:t>Document AI. </a:t>
            </a:r>
            <a:r>
              <a:rPr sz="1200" b="0">
                <a:solidFill>
                  <a:srgbClr val="1A1A1A"/>
                </a:solidFill>
                <a:latin typeface="Google Sans Flex"/>
              </a:rPr>
              <a:t>IDs, statements, invoices, bills, and claim packets.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B3A5B"/>
                </a:solidFill>
                <a:latin typeface="Google Sans Flex"/>
              </a:rPr>
              <a:t>Vertex AI Search. </a:t>
            </a:r>
            <a:r>
              <a:rPr sz="1200" b="0">
                <a:solidFill>
                  <a:srgbClr val="1A1A1A"/>
                </a:solidFill>
                <a:latin typeface="Google Sans Flex"/>
              </a:rPr>
              <a:t>Retrieval over the rule pack for that case type.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B3A5B"/>
                </a:solidFill>
                <a:latin typeface="Google Sans Flex"/>
              </a:rPr>
              <a:t>Cloud Run. </a:t>
            </a:r>
            <a:r>
              <a:rPr sz="1200" b="0">
                <a:solidFill>
                  <a:srgbClr val="1A1A1A"/>
                </a:solidFill>
                <a:latin typeface="Google Sans Flex"/>
              </a:rPr>
              <a:t>The single deployed desk and API.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B3A5B"/>
                </a:solidFill>
                <a:latin typeface="Google Sans Flex"/>
              </a:rPr>
              <a:t>Cloud SQL. </a:t>
            </a:r>
            <a:r>
              <a:rPr sz="1200" b="0">
                <a:solidFill>
                  <a:srgbClr val="1A1A1A"/>
                </a:solidFill>
                <a:latin typeface="Google Sans Flex"/>
              </a:rPr>
              <a:t>Cases, findings, drafts, and the audit log.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B3A5B"/>
                </a:solidFill>
                <a:latin typeface="Google Sans Flex"/>
              </a:rPr>
              <a:t>Pub/Sub. </a:t>
            </a:r>
            <a:r>
              <a:rPr sz="1200" b="0">
                <a:solidFill>
                  <a:srgbClr val="1A1A1A"/>
                </a:solidFill>
                <a:latin typeface="Google Sans Flex"/>
              </a:rPr>
              <a:t>Starts the pipeline when any case is submitted.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265350" y="1280000"/>
            <a:ext cx="8610000" cy="3743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Google Sans Flex"/>
              </a:rPr>
              <a:t>One prototype, not sixteen deployments.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B3A5B"/>
                </a:solidFill>
                <a:latin typeface="Google Sans Flex"/>
              </a:rPr>
              <a:t>Gemini on Vertex AI and Vertex AI Search. </a:t>
            </a:r>
            <a:r>
              <a:rPr sz="1400" b="0">
                <a:solidFill>
                  <a:srgbClr val="1A1A1A"/>
                </a:solidFill>
                <a:latin typeface="Google Sans Flex"/>
              </a:rPr>
              <a:t>Demo volume across the three live cases is a few dollars.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B3A5B"/>
                </a:solidFill>
                <a:latin typeface="Google Sans Flex"/>
              </a:rPr>
              <a:t>Document AI. </a:t>
            </a:r>
            <a:r>
              <a:rPr sz="1400" b="0">
                <a:solidFill>
                  <a:srgbClr val="1A1A1A"/>
                </a:solidFill>
                <a:latin typeface="Google Sans Flex"/>
              </a:rPr>
              <a:t>The seeded packets are a small page count.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B3A5B"/>
                </a:solidFill>
                <a:latin typeface="Google Sans Flex"/>
              </a:rPr>
              <a:t>Cloud Run, Cloud SQL, BigQuery, and Pub/Sub. </a:t>
            </a:r>
            <a:r>
              <a:rPr sz="1400" b="0">
                <a:solidFill>
                  <a:srgbClr val="1A1A1A"/>
                </a:solidFill>
                <a:latin typeface="Google Sans Flex"/>
              </a:rPr>
              <a:t>About USD 20–50 per month if the prototype is left running. The submission demo fits in Google Cloud trial credits.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Google Sans Flex"/>
              </a:rPr>
              <a:t>Adding another case type adds a rule pack and sample documents. It does not add another application.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265350" y="1280000"/>
            <a:ext cx="8610000" cy="3743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Google Sans Flex"/>
              </a:rPr>
              <a:t>Screenshots are pasted after deploy. The demo shows three cases in the same inbox.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0B3A5B"/>
                </a:solidFill>
                <a:latin typeface="Google Sans Flex"/>
              </a:rPr>
              <a:t>Banking, KYC. </a:t>
            </a:r>
            <a:r>
              <a:rPr sz="1300" b="0">
                <a:solidFill>
                  <a:srgbClr val="1A1A1A"/>
                </a:solidFill>
                <a:latin typeface="Google Sans Flex"/>
              </a:rPr>
              <a:t>Priya Sharma. The ID address and the utility bill do not match. Result: Query, with both fields highlighted and the KYC rule cited.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0B3A5B"/>
                </a:solidFill>
                <a:latin typeface="Google Sans Flex"/>
              </a:rPr>
              <a:t>Financial services, invoice. </a:t>
            </a:r>
            <a:r>
              <a:rPr sz="1300" b="0">
                <a:solidFill>
                  <a:srgbClr val="1A1A1A"/>
                </a:solidFill>
                <a:latin typeface="Google Sans Flex"/>
              </a:rPr>
              <a:t>INV-204 bills 500 units. PO-118 ordered 350. Result: Query, with the broken line and the amount.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0B3A5B"/>
                </a:solidFill>
                <a:latin typeface="Google Sans Flex"/>
              </a:rPr>
              <a:t>Insurance, claim. </a:t>
            </a:r>
            <a:r>
              <a:rPr sz="1300" b="0">
                <a:solidFill>
                  <a:srgbClr val="1A1A1A"/>
                </a:solidFill>
                <a:latin typeface="Google Sans Flex"/>
              </a:rPr>
              <a:t>Rohan Mehta. Room rent above the cap, an unrelated procedure, and a discharge date before admission. Result: Query, plus the hospital letter and the customer note.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265350" y="1280000"/>
            <a:ext cx="8610000" cy="3743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Google Sans Flex"/>
              </a:rPr>
              <a:t>Targets for the deployed prototype. Measured times replace these after the demo run.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0B3A5B"/>
                </a:solidFill>
                <a:latin typeface="Google Sans Flex"/>
              </a:rPr>
              <a:t>Review today. </a:t>
            </a:r>
            <a:r>
              <a:rPr sz="1300" b="0">
                <a:solidFill>
                  <a:srgbClr val="1A1A1A"/>
                </a:solidFill>
                <a:latin typeface="Google Sans Flex"/>
              </a:rPr>
              <a:t>About 45 minutes for a document-heavy case, repeated on separate tools for KYC, invoices, and claims.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0B3A5B"/>
                </a:solidFill>
                <a:latin typeface="Google Sans Flex"/>
              </a:rPr>
              <a:t>FinProof. </a:t>
            </a:r>
            <a:r>
              <a:rPr sz="1300" b="0">
                <a:solidFill>
                  <a:srgbClr val="1A1A1A"/>
                </a:solidFill>
                <a:latin typeface="Google Sans Flex"/>
              </a:rPr>
              <a:t>Under 30 seconds for a cited recommendation, whichever case type is opened.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0B3A5B"/>
                </a:solidFill>
                <a:latin typeface="Google Sans Flex"/>
              </a:rPr>
              <a:t>Evidence. </a:t>
            </a:r>
            <a:r>
              <a:rPr sz="1300" b="0">
                <a:solidFill>
                  <a:srgbClr val="1A1A1A"/>
                </a:solidFill>
                <a:latin typeface="Google Sans Flex"/>
              </a:rPr>
              <a:t>Every finding has a document quote and a rule id.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0B3A5B"/>
                </a:solidFill>
                <a:latin typeface="Google Sans Flex"/>
              </a:rPr>
              <a:t>Demo coverage. </a:t>
            </a:r>
            <a:r>
              <a:rPr sz="1300" b="0">
                <a:solidFill>
                  <a:srgbClr val="1A1A1A"/>
                </a:solidFill>
                <a:latin typeface="Google Sans Flex"/>
              </a:rPr>
              <a:t>Three live cases across banking, financial services, and insurance. Thirteen further case types open on the same pipeline.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0B3A5B"/>
                </a:solidFill>
                <a:latin typeface="Google Sans Flex"/>
              </a:rPr>
              <a:t>Risk. </a:t>
            </a:r>
            <a:r>
              <a:rPr sz="1300" b="0">
                <a:solidFill>
                  <a:srgbClr val="1A1A1A"/>
                </a:solidFill>
                <a:latin typeface="Google Sans Flex"/>
              </a:rPr>
              <a:t>Medium for a mismatch or a cap breach. High when documents contradict. Low when the packet is clean.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265350" y="1280000"/>
            <a:ext cx="8610000" cy="3743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B3A5B"/>
                </a:solidFill>
                <a:latin typeface="Google Sans Flex"/>
              </a:rPr>
              <a:t>Deeper case packs. </a:t>
            </a:r>
            <a:r>
              <a:rPr sz="1300" b="0">
                <a:solidFill>
                  <a:srgbClr val="1A1A1A"/>
                </a:solidFill>
                <a:latin typeface="Google Sans Flex"/>
              </a:rPr>
              <a:t>Loan memos, mortgage timelines, statement ratios, reconciliation, underwriting tiers, and contract clauses ship as more rule packs on this desk.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0B3A5B"/>
                </a:solidFill>
                <a:latin typeface="Google Sans Flex"/>
              </a:rPr>
              <a:t>Real rules. </a:t>
            </a:r>
            <a:r>
              <a:rPr sz="1300" b="0">
                <a:solidFill>
                  <a:srgbClr val="1A1A1A"/>
                </a:solidFill>
                <a:latin typeface="Google Sans Flex"/>
              </a:rPr>
              <a:t>Replace the sample KYC policy, purchase-order terms, and Aarogya Shield Plus with an institution’s own documents in Vertex AI Search.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0B3A5B"/>
                </a:solidFill>
                <a:latin typeface="Google Sans Flex"/>
              </a:rPr>
              <a:t>Scale. </a:t>
            </a:r>
            <a:r>
              <a:rPr sz="1300" b="0">
                <a:solidFill>
                  <a:srgbClr val="1A1A1A"/>
                </a:solidFill>
                <a:latin typeface="Google Sans Flex"/>
              </a:rPr>
              <a:t>Cloud SQL moves to AlloyDB. Pub/Sub takes intake from core banking, accounts payable, and the policy system.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0B3A5B"/>
                </a:solidFill>
                <a:latin typeface="Google Sans Flex"/>
              </a:rPr>
              <a:t>Customer language. </a:t>
            </a:r>
            <a:r>
              <a:rPr sz="1300" b="0">
                <a:solidFill>
                  <a:srgbClr val="1A1A1A"/>
                </a:solidFill>
                <a:latin typeface="Google Sans Flex"/>
              </a:rPr>
              <a:t>The note can be generated in the customer’s language, starting with Hindi.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0B3A5B"/>
                </a:solidFill>
                <a:latin typeface="Google Sans Flex"/>
              </a:rPr>
              <a:t>Handler feedback. </a:t>
            </a:r>
            <a:r>
              <a:rPr sz="1300" b="0">
                <a:solidFill>
                  <a:srgbClr val="1A1A1A"/>
                </a:solidFill>
                <a:latin typeface="Google Sans Flex"/>
              </a:rPr>
              <a:t>Accept or edit a finding. BigQuery uses that outcome on the next similar case.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 sz="1400" b="0">
                <a:solidFill>
                  <a:srgbClr val="1A1A1A"/>
                </a:solidFill>
                <a:latin typeface="Google Sans Flex"/>
                <a:ea typeface="Google Sans Flex Medium"/>
                <a:cs typeface="Google Sans Flex Medium"/>
                <a:sym typeface="Google Sans Flex Medium"/>
              </a:rPr>
              <a:t>GitHub Public Repository: add the public repo link before submission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 sz="1400" b="0">
                <a:solidFill>
                  <a:srgbClr val="1A1A1A"/>
                </a:solidFill>
                <a:latin typeface="Google Sans Flex"/>
                <a:ea typeface="Google Sans Flex Medium"/>
                <a:cs typeface="Google Sans Flex Medium"/>
                <a:sym typeface="Google Sans Flex Medium"/>
              </a:rPr>
              <a:t>Demo Video Link (3 Minutes): add the public video link before submission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 sz="1400" b="0">
                <a:solidFill>
                  <a:srgbClr val="1A1A1A"/>
                </a:solidFill>
                <a:latin typeface="Google Sans Flex"/>
                <a:ea typeface="Google Sans Flex Medium"/>
                <a:cs typeface="Google Sans Flex Medium"/>
                <a:sym typeface="Google Sans Flex Medium"/>
              </a:rPr>
              <a:t>Final Product Link: add the Cloud Run URL before submission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1524</Words>
  <Application>Microsoft Office PowerPoint</Application>
  <PresentationFormat>On-screen Show (16:9)</PresentationFormat>
  <Paragraphs>87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Google Sans Flex SemiBold</vt:lpstr>
      <vt:lpstr>Arial</vt:lpstr>
      <vt:lpstr>Google Sans Flex Medium</vt:lpstr>
      <vt:lpstr>Google Sans Flex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srikar kolluru</cp:lastModifiedBy>
  <cp:revision>1</cp:revision>
  <dcterms:modified xsi:type="dcterms:W3CDTF">2026-10-18T08:36:49Z</dcterms:modified>
</cp:coreProperties>
</file>